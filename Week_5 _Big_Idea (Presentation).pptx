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N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07"/>
    <p:restoredTop sz="94660"/>
  </p:normalViewPr>
  <p:slideViewPr>
    <p:cSldViewPr snapToGrid="0">
      <p:cViewPr varScale="1">
        <p:scale>
          <a:sx n="123" d="100"/>
          <a:sy n="123" d="100"/>
        </p:scale>
        <p:origin x="5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44BCB87-AC9E-487B-A5C3-B737F7371D4D}" type="doc">
      <dgm:prSet loTypeId="urn:microsoft.com/office/officeart/2008/layout/LinedList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5E828728-28CC-4D5F-B36A-27DE7691A535}">
      <dgm:prSet/>
      <dgm:spPr/>
      <dgm:t>
        <a:bodyPr/>
        <a:lstStyle/>
        <a:p>
          <a:r>
            <a:rPr lang="en-GB" b="1" i="0"/>
            <a:t>Top Products:</a:t>
          </a:r>
          <a:r>
            <a:rPr lang="en-GB" b="0" i="0"/>
            <a:t> Technology has the highest profit.</a:t>
          </a:r>
          <a:endParaRPr lang="en-US"/>
        </a:p>
      </dgm:t>
    </dgm:pt>
    <dgm:pt modelId="{E16991DE-7348-437F-ABAC-C991D4B7B5C2}" type="parTrans" cxnId="{B1C518A2-07F2-4B39-BD5F-33FE52A34CD8}">
      <dgm:prSet/>
      <dgm:spPr/>
      <dgm:t>
        <a:bodyPr/>
        <a:lstStyle/>
        <a:p>
          <a:endParaRPr lang="en-US"/>
        </a:p>
      </dgm:t>
    </dgm:pt>
    <dgm:pt modelId="{8537D510-1CFF-4615-98FA-BFC354C8CA86}" type="sibTrans" cxnId="{B1C518A2-07F2-4B39-BD5F-33FE52A34CD8}">
      <dgm:prSet/>
      <dgm:spPr/>
      <dgm:t>
        <a:bodyPr/>
        <a:lstStyle/>
        <a:p>
          <a:endParaRPr lang="en-US"/>
        </a:p>
      </dgm:t>
    </dgm:pt>
    <dgm:pt modelId="{D0414DBB-A49F-432C-A4F9-C99745D34F2D}">
      <dgm:prSet/>
      <dgm:spPr/>
      <dgm:t>
        <a:bodyPr/>
        <a:lstStyle/>
        <a:p>
          <a:r>
            <a:rPr lang="en-GB" b="1" i="0"/>
            <a:t>Customer Segments:</a:t>
          </a:r>
          <a:r>
            <a:rPr lang="en-GB" b="0" i="0"/>
            <a:t> Corporate clients spend the most.</a:t>
          </a:r>
          <a:endParaRPr lang="en-US"/>
        </a:p>
      </dgm:t>
    </dgm:pt>
    <dgm:pt modelId="{D6F6DE65-8F78-42DB-918E-0A7D49C5E8F4}" type="parTrans" cxnId="{FF1B89E8-F174-42DB-86A4-BFC5DD30714E}">
      <dgm:prSet/>
      <dgm:spPr/>
      <dgm:t>
        <a:bodyPr/>
        <a:lstStyle/>
        <a:p>
          <a:endParaRPr lang="en-US"/>
        </a:p>
      </dgm:t>
    </dgm:pt>
    <dgm:pt modelId="{7A38CA31-A8EE-4E1F-98C2-0ED0E16D2716}" type="sibTrans" cxnId="{FF1B89E8-F174-42DB-86A4-BFC5DD30714E}">
      <dgm:prSet/>
      <dgm:spPr/>
      <dgm:t>
        <a:bodyPr/>
        <a:lstStyle/>
        <a:p>
          <a:endParaRPr lang="en-US"/>
        </a:p>
      </dgm:t>
    </dgm:pt>
    <dgm:pt modelId="{B887C81A-B2E0-464F-97CB-A698DE34FE37}">
      <dgm:prSet/>
      <dgm:spPr/>
      <dgm:t>
        <a:bodyPr/>
        <a:lstStyle/>
        <a:p>
          <a:r>
            <a:rPr lang="en-GB" b="1" i="0"/>
            <a:t>Regional Trends:</a:t>
          </a:r>
          <a:r>
            <a:rPr lang="en-GB" b="0" i="0"/>
            <a:t> The West performs best; South has potential.</a:t>
          </a:r>
          <a:endParaRPr lang="en-US"/>
        </a:p>
      </dgm:t>
    </dgm:pt>
    <dgm:pt modelId="{F05EC08F-AA9D-4FAC-A20A-1BC0107919B3}" type="parTrans" cxnId="{673598CB-C3AD-4404-A13D-5A6FB11D108C}">
      <dgm:prSet/>
      <dgm:spPr/>
      <dgm:t>
        <a:bodyPr/>
        <a:lstStyle/>
        <a:p>
          <a:endParaRPr lang="en-US"/>
        </a:p>
      </dgm:t>
    </dgm:pt>
    <dgm:pt modelId="{C5FC8E25-5A31-41C1-A653-631D24E052DE}" type="sibTrans" cxnId="{673598CB-C3AD-4404-A13D-5A6FB11D108C}">
      <dgm:prSet/>
      <dgm:spPr/>
      <dgm:t>
        <a:bodyPr/>
        <a:lstStyle/>
        <a:p>
          <a:endParaRPr lang="en-US"/>
        </a:p>
      </dgm:t>
    </dgm:pt>
    <dgm:pt modelId="{E83026BD-3C12-4B61-AC9F-8050DDFD2773}">
      <dgm:prSet/>
      <dgm:spPr/>
      <dgm:t>
        <a:bodyPr/>
        <a:lstStyle/>
        <a:p>
          <a:r>
            <a:rPr lang="en-US"/>
            <a:t>These Following helps to make a Strategic Decision </a:t>
          </a:r>
        </a:p>
      </dgm:t>
    </dgm:pt>
    <dgm:pt modelId="{E04DB1B7-D113-4C4B-B470-809B237FD79E}" type="parTrans" cxnId="{211CC1FC-D1CD-4758-AA2D-70B8B832CB57}">
      <dgm:prSet/>
      <dgm:spPr/>
      <dgm:t>
        <a:bodyPr/>
        <a:lstStyle/>
        <a:p>
          <a:endParaRPr lang="en-US"/>
        </a:p>
      </dgm:t>
    </dgm:pt>
    <dgm:pt modelId="{7114E00F-6675-4B49-A5E3-6BD7C50C433F}" type="sibTrans" cxnId="{211CC1FC-D1CD-4758-AA2D-70B8B832CB57}">
      <dgm:prSet/>
      <dgm:spPr/>
      <dgm:t>
        <a:bodyPr/>
        <a:lstStyle/>
        <a:p>
          <a:endParaRPr lang="en-US"/>
        </a:p>
      </dgm:t>
    </dgm:pt>
    <dgm:pt modelId="{ABF90B21-B9B4-FB4D-9F5D-C5530F62CEAF}" type="pres">
      <dgm:prSet presAssocID="{B44BCB87-AC9E-487B-A5C3-B737F7371D4D}" presName="vert0" presStyleCnt="0">
        <dgm:presLayoutVars>
          <dgm:dir/>
          <dgm:animOne val="branch"/>
          <dgm:animLvl val="lvl"/>
        </dgm:presLayoutVars>
      </dgm:prSet>
      <dgm:spPr/>
    </dgm:pt>
    <dgm:pt modelId="{B221454C-EBCF-5046-9FFC-C64343B198A4}" type="pres">
      <dgm:prSet presAssocID="{5E828728-28CC-4D5F-B36A-27DE7691A535}" presName="thickLine" presStyleLbl="alignNode1" presStyleIdx="0" presStyleCnt="4"/>
      <dgm:spPr/>
    </dgm:pt>
    <dgm:pt modelId="{25707378-C9FA-1246-A102-F66D9CD6107C}" type="pres">
      <dgm:prSet presAssocID="{5E828728-28CC-4D5F-B36A-27DE7691A535}" presName="horz1" presStyleCnt="0"/>
      <dgm:spPr/>
    </dgm:pt>
    <dgm:pt modelId="{373CE789-12CF-7A48-9EF4-9D921095A005}" type="pres">
      <dgm:prSet presAssocID="{5E828728-28CC-4D5F-B36A-27DE7691A535}" presName="tx1" presStyleLbl="revTx" presStyleIdx="0" presStyleCnt="4"/>
      <dgm:spPr/>
    </dgm:pt>
    <dgm:pt modelId="{FA07A3EF-C367-8740-B6E6-39242ACED8EF}" type="pres">
      <dgm:prSet presAssocID="{5E828728-28CC-4D5F-B36A-27DE7691A535}" presName="vert1" presStyleCnt="0"/>
      <dgm:spPr/>
    </dgm:pt>
    <dgm:pt modelId="{2205C42F-58B7-EB45-989D-FCCC98243521}" type="pres">
      <dgm:prSet presAssocID="{D0414DBB-A49F-432C-A4F9-C99745D34F2D}" presName="thickLine" presStyleLbl="alignNode1" presStyleIdx="1" presStyleCnt="4"/>
      <dgm:spPr/>
    </dgm:pt>
    <dgm:pt modelId="{55C6A26A-294D-FD4D-BB05-B45E36231791}" type="pres">
      <dgm:prSet presAssocID="{D0414DBB-A49F-432C-A4F9-C99745D34F2D}" presName="horz1" presStyleCnt="0"/>
      <dgm:spPr/>
    </dgm:pt>
    <dgm:pt modelId="{38F7F2A7-4DC0-4048-ACBE-4C75BE82CD1B}" type="pres">
      <dgm:prSet presAssocID="{D0414DBB-A49F-432C-A4F9-C99745D34F2D}" presName="tx1" presStyleLbl="revTx" presStyleIdx="1" presStyleCnt="4"/>
      <dgm:spPr/>
    </dgm:pt>
    <dgm:pt modelId="{25B08F06-119B-FB46-9D95-33734A7ABB2E}" type="pres">
      <dgm:prSet presAssocID="{D0414DBB-A49F-432C-A4F9-C99745D34F2D}" presName="vert1" presStyleCnt="0"/>
      <dgm:spPr/>
    </dgm:pt>
    <dgm:pt modelId="{748D5A7E-085B-3A4E-982C-5E7A610580E5}" type="pres">
      <dgm:prSet presAssocID="{B887C81A-B2E0-464F-97CB-A698DE34FE37}" presName="thickLine" presStyleLbl="alignNode1" presStyleIdx="2" presStyleCnt="4"/>
      <dgm:spPr/>
    </dgm:pt>
    <dgm:pt modelId="{EB99FECD-4CBD-DE40-A4B1-6A08E09E7E49}" type="pres">
      <dgm:prSet presAssocID="{B887C81A-B2E0-464F-97CB-A698DE34FE37}" presName="horz1" presStyleCnt="0"/>
      <dgm:spPr/>
    </dgm:pt>
    <dgm:pt modelId="{F98E9F57-7A78-F14C-9062-4D65C2B2F426}" type="pres">
      <dgm:prSet presAssocID="{B887C81A-B2E0-464F-97CB-A698DE34FE37}" presName="tx1" presStyleLbl="revTx" presStyleIdx="2" presStyleCnt="4"/>
      <dgm:spPr/>
    </dgm:pt>
    <dgm:pt modelId="{4321C332-2BB6-FB41-9170-32B47F176A1C}" type="pres">
      <dgm:prSet presAssocID="{B887C81A-B2E0-464F-97CB-A698DE34FE37}" presName="vert1" presStyleCnt="0"/>
      <dgm:spPr/>
    </dgm:pt>
    <dgm:pt modelId="{6E79F4CD-569F-4A40-A63F-F804205AE823}" type="pres">
      <dgm:prSet presAssocID="{E83026BD-3C12-4B61-AC9F-8050DDFD2773}" presName="thickLine" presStyleLbl="alignNode1" presStyleIdx="3" presStyleCnt="4"/>
      <dgm:spPr/>
    </dgm:pt>
    <dgm:pt modelId="{1BB35616-CE13-B341-8153-D715A43F96ED}" type="pres">
      <dgm:prSet presAssocID="{E83026BD-3C12-4B61-AC9F-8050DDFD2773}" presName="horz1" presStyleCnt="0"/>
      <dgm:spPr/>
    </dgm:pt>
    <dgm:pt modelId="{44539432-21F8-6F46-9700-5B95C2503E3C}" type="pres">
      <dgm:prSet presAssocID="{E83026BD-3C12-4B61-AC9F-8050DDFD2773}" presName="tx1" presStyleLbl="revTx" presStyleIdx="3" presStyleCnt="4"/>
      <dgm:spPr/>
    </dgm:pt>
    <dgm:pt modelId="{BE43C33A-AA1D-B848-B271-9747ACF6EC07}" type="pres">
      <dgm:prSet presAssocID="{E83026BD-3C12-4B61-AC9F-8050DDFD2773}" presName="vert1" presStyleCnt="0"/>
      <dgm:spPr/>
    </dgm:pt>
  </dgm:ptLst>
  <dgm:cxnLst>
    <dgm:cxn modelId="{A7929A49-C7E3-B24F-8EA9-A03763F0F0C1}" type="presOf" srcId="{D0414DBB-A49F-432C-A4F9-C99745D34F2D}" destId="{38F7F2A7-4DC0-4048-ACBE-4C75BE82CD1B}" srcOrd="0" destOrd="0" presId="urn:microsoft.com/office/officeart/2008/layout/LinedList"/>
    <dgm:cxn modelId="{B1C518A2-07F2-4B39-BD5F-33FE52A34CD8}" srcId="{B44BCB87-AC9E-487B-A5C3-B737F7371D4D}" destId="{5E828728-28CC-4D5F-B36A-27DE7691A535}" srcOrd="0" destOrd="0" parTransId="{E16991DE-7348-437F-ABAC-C991D4B7B5C2}" sibTransId="{8537D510-1CFF-4615-98FA-BFC354C8CA86}"/>
    <dgm:cxn modelId="{12CAADA8-C610-EF47-A524-50FF4D3769BB}" type="presOf" srcId="{5E828728-28CC-4D5F-B36A-27DE7691A535}" destId="{373CE789-12CF-7A48-9EF4-9D921095A005}" srcOrd="0" destOrd="0" presId="urn:microsoft.com/office/officeart/2008/layout/LinedList"/>
    <dgm:cxn modelId="{646EC4AD-5FCB-734A-8338-0ABDDFCFF0CA}" type="presOf" srcId="{B44BCB87-AC9E-487B-A5C3-B737F7371D4D}" destId="{ABF90B21-B9B4-FB4D-9F5D-C5530F62CEAF}" srcOrd="0" destOrd="0" presId="urn:microsoft.com/office/officeart/2008/layout/LinedList"/>
    <dgm:cxn modelId="{8110FDB9-6750-314C-8DC4-600287AE869B}" type="presOf" srcId="{B887C81A-B2E0-464F-97CB-A698DE34FE37}" destId="{F98E9F57-7A78-F14C-9062-4D65C2B2F426}" srcOrd="0" destOrd="0" presId="urn:microsoft.com/office/officeart/2008/layout/LinedList"/>
    <dgm:cxn modelId="{673598CB-C3AD-4404-A13D-5A6FB11D108C}" srcId="{B44BCB87-AC9E-487B-A5C3-B737F7371D4D}" destId="{B887C81A-B2E0-464F-97CB-A698DE34FE37}" srcOrd="2" destOrd="0" parTransId="{F05EC08F-AA9D-4FAC-A20A-1BC0107919B3}" sibTransId="{C5FC8E25-5A31-41C1-A653-631D24E052DE}"/>
    <dgm:cxn modelId="{FEB4A8E7-128A-A74D-8A75-898CF450AA0D}" type="presOf" srcId="{E83026BD-3C12-4B61-AC9F-8050DDFD2773}" destId="{44539432-21F8-6F46-9700-5B95C2503E3C}" srcOrd="0" destOrd="0" presId="urn:microsoft.com/office/officeart/2008/layout/LinedList"/>
    <dgm:cxn modelId="{FF1B89E8-F174-42DB-86A4-BFC5DD30714E}" srcId="{B44BCB87-AC9E-487B-A5C3-B737F7371D4D}" destId="{D0414DBB-A49F-432C-A4F9-C99745D34F2D}" srcOrd="1" destOrd="0" parTransId="{D6F6DE65-8F78-42DB-918E-0A7D49C5E8F4}" sibTransId="{7A38CA31-A8EE-4E1F-98C2-0ED0E16D2716}"/>
    <dgm:cxn modelId="{211CC1FC-D1CD-4758-AA2D-70B8B832CB57}" srcId="{B44BCB87-AC9E-487B-A5C3-B737F7371D4D}" destId="{E83026BD-3C12-4B61-AC9F-8050DDFD2773}" srcOrd="3" destOrd="0" parTransId="{E04DB1B7-D113-4C4B-B470-809B237FD79E}" sibTransId="{7114E00F-6675-4B49-A5E3-6BD7C50C433F}"/>
    <dgm:cxn modelId="{4DA62F6A-F62F-A44A-A113-38E7B27DEDE2}" type="presParOf" srcId="{ABF90B21-B9B4-FB4D-9F5D-C5530F62CEAF}" destId="{B221454C-EBCF-5046-9FFC-C64343B198A4}" srcOrd="0" destOrd="0" presId="urn:microsoft.com/office/officeart/2008/layout/LinedList"/>
    <dgm:cxn modelId="{8BC4A78B-7955-CA43-B85B-C1BB4CA9749C}" type="presParOf" srcId="{ABF90B21-B9B4-FB4D-9F5D-C5530F62CEAF}" destId="{25707378-C9FA-1246-A102-F66D9CD6107C}" srcOrd="1" destOrd="0" presId="urn:microsoft.com/office/officeart/2008/layout/LinedList"/>
    <dgm:cxn modelId="{0F3276E3-0B7D-8743-92EB-085CBACC171E}" type="presParOf" srcId="{25707378-C9FA-1246-A102-F66D9CD6107C}" destId="{373CE789-12CF-7A48-9EF4-9D921095A005}" srcOrd="0" destOrd="0" presId="urn:microsoft.com/office/officeart/2008/layout/LinedList"/>
    <dgm:cxn modelId="{8633F4EF-A560-644B-B92F-084ECC1589BE}" type="presParOf" srcId="{25707378-C9FA-1246-A102-F66D9CD6107C}" destId="{FA07A3EF-C367-8740-B6E6-39242ACED8EF}" srcOrd="1" destOrd="0" presId="urn:microsoft.com/office/officeart/2008/layout/LinedList"/>
    <dgm:cxn modelId="{9675434D-8F7D-724A-A6A1-85F3BB3885B9}" type="presParOf" srcId="{ABF90B21-B9B4-FB4D-9F5D-C5530F62CEAF}" destId="{2205C42F-58B7-EB45-989D-FCCC98243521}" srcOrd="2" destOrd="0" presId="urn:microsoft.com/office/officeart/2008/layout/LinedList"/>
    <dgm:cxn modelId="{09C83145-A786-F14C-B389-9F4998B7BE5E}" type="presParOf" srcId="{ABF90B21-B9B4-FB4D-9F5D-C5530F62CEAF}" destId="{55C6A26A-294D-FD4D-BB05-B45E36231791}" srcOrd="3" destOrd="0" presId="urn:microsoft.com/office/officeart/2008/layout/LinedList"/>
    <dgm:cxn modelId="{A583DBB1-0C42-5546-B324-B5808E51E7B8}" type="presParOf" srcId="{55C6A26A-294D-FD4D-BB05-B45E36231791}" destId="{38F7F2A7-4DC0-4048-ACBE-4C75BE82CD1B}" srcOrd="0" destOrd="0" presId="urn:microsoft.com/office/officeart/2008/layout/LinedList"/>
    <dgm:cxn modelId="{9FFAF19D-55A4-8E4E-90AB-10F37A4CDD80}" type="presParOf" srcId="{55C6A26A-294D-FD4D-BB05-B45E36231791}" destId="{25B08F06-119B-FB46-9D95-33734A7ABB2E}" srcOrd="1" destOrd="0" presId="urn:microsoft.com/office/officeart/2008/layout/LinedList"/>
    <dgm:cxn modelId="{CA6AF189-AFD4-5743-939D-E9064E51989B}" type="presParOf" srcId="{ABF90B21-B9B4-FB4D-9F5D-C5530F62CEAF}" destId="{748D5A7E-085B-3A4E-982C-5E7A610580E5}" srcOrd="4" destOrd="0" presId="urn:microsoft.com/office/officeart/2008/layout/LinedList"/>
    <dgm:cxn modelId="{E11DAF2B-2F88-8046-A0DD-D06035232706}" type="presParOf" srcId="{ABF90B21-B9B4-FB4D-9F5D-C5530F62CEAF}" destId="{EB99FECD-4CBD-DE40-A4B1-6A08E09E7E49}" srcOrd="5" destOrd="0" presId="urn:microsoft.com/office/officeart/2008/layout/LinedList"/>
    <dgm:cxn modelId="{2924203E-B4C9-1047-8A70-3DDA61B060D4}" type="presParOf" srcId="{EB99FECD-4CBD-DE40-A4B1-6A08E09E7E49}" destId="{F98E9F57-7A78-F14C-9062-4D65C2B2F426}" srcOrd="0" destOrd="0" presId="urn:microsoft.com/office/officeart/2008/layout/LinedList"/>
    <dgm:cxn modelId="{93DBC25E-324D-1D4B-8C14-39C517F7A79D}" type="presParOf" srcId="{EB99FECD-4CBD-DE40-A4B1-6A08E09E7E49}" destId="{4321C332-2BB6-FB41-9170-32B47F176A1C}" srcOrd="1" destOrd="0" presId="urn:microsoft.com/office/officeart/2008/layout/LinedList"/>
    <dgm:cxn modelId="{A6F3712B-5A30-AD4B-B938-BD0766FD4D1E}" type="presParOf" srcId="{ABF90B21-B9B4-FB4D-9F5D-C5530F62CEAF}" destId="{6E79F4CD-569F-4A40-A63F-F804205AE823}" srcOrd="6" destOrd="0" presId="urn:microsoft.com/office/officeart/2008/layout/LinedList"/>
    <dgm:cxn modelId="{C1EA802E-F970-5944-8BDF-4A1A2204A59E}" type="presParOf" srcId="{ABF90B21-B9B4-FB4D-9F5D-C5530F62CEAF}" destId="{1BB35616-CE13-B341-8153-D715A43F96ED}" srcOrd="7" destOrd="0" presId="urn:microsoft.com/office/officeart/2008/layout/LinedList"/>
    <dgm:cxn modelId="{CA1682FF-3AF3-8345-9512-42521251382F}" type="presParOf" srcId="{1BB35616-CE13-B341-8153-D715A43F96ED}" destId="{44539432-21F8-6F46-9700-5B95C2503E3C}" srcOrd="0" destOrd="0" presId="urn:microsoft.com/office/officeart/2008/layout/LinedList"/>
    <dgm:cxn modelId="{1505C806-18D9-0043-97B5-DCA7523CC869}" type="presParOf" srcId="{1BB35616-CE13-B341-8153-D715A43F96ED}" destId="{BE43C33A-AA1D-B848-B271-9747ACF6EC0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5D60DD3-477C-4BD9-885F-33E4F281BD74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926CCB8-2DE9-4CDB-BAD3-87E6085A3FE6}">
      <dgm:prSet/>
      <dgm:spPr/>
      <dgm:t>
        <a:bodyPr/>
        <a:lstStyle/>
        <a:p>
          <a:r>
            <a:rPr lang="en-US" dirty="0"/>
            <a:t>For Example: Micheal </a:t>
          </a:r>
        </a:p>
      </dgm:t>
    </dgm:pt>
    <dgm:pt modelId="{51C9B1EA-99CD-4B49-B539-EFEF5F759E92}" type="parTrans" cxnId="{3BFDA6BB-0FE1-430A-9490-F37DBF21B2BD}">
      <dgm:prSet/>
      <dgm:spPr/>
      <dgm:t>
        <a:bodyPr/>
        <a:lstStyle/>
        <a:p>
          <a:endParaRPr lang="en-US"/>
        </a:p>
      </dgm:t>
    </dgm:pt>
    <dgm:pt modelId="{040162AD-A5BC-4C1F-BB5B-47AC0A703A9D}" type="sibTrans" cxnId="{3BFDA6BB-0FE1-430A-9490-F37DBF21B2BD}">
      <dgm:prSet/>
      <dgm:spPr/>
      <dgm:t>
        <a:bodyPr/>
        <a:lstStyle/>
        <a:p>
          <a:endParaRPr lang="en-US"/>
        </a:p>
      </dgm:t>
    </dgm:pt>
    <dgm:pt modelId="{43ADF114-8F72-40ED-8C0F-ECF3FEBBA51B}">
      <dgm:prSet/>
      <dgm:spPr/>
      <dgm:t>
        <a:bodyPr/>
        <a:lstStyle/>
        <a:p>
          <a:r>
            <a:rPr lang="en-GB" b="0" i="0"/>
            <a:t>Higher Sales Volume</a:t>
          </a:r>
          <a:endParaRPr lang="en-US"/>
        </a:p>
      </dgm:t>
    </dgm:pt>
    <dgm:pt modelId="{92A21CFB-F848-46E5-A360-911F982787E3}" type="parTrans" cxnId="{C618A4D0-FAAA-4949-B580-C4B7666D598D}">
      <dgm:prSet/>
      <dgm:spPr/>
      <dgm:t>
        <a:bodyPr/>
        <a:lstStyle/>
        <a:p>
          <a:endParaRPr lang="en-US"/>
        </a:p>
      </dgm:t>
    </dgm:pt>
    <dgm:pt modelId="{B3946A94-A4F8-434F-9262-88DE95161DC8}" type="sibTrans" cxnId="{C618A4D0-FAAA-4949-B580-C4B7666D598D}">
      <dgm:prSet/>
      <dgm:spPr/>
      <dgm:t>
        <a:bodyPr/>
        <a:lstStyle/>
        <a:p>
          <a:endParaRPr lang="en-US"/>
        </a:p>
      </dgm:t>
    </dgm:pt>
    <dgm:pt modelId="{C2AE0F7E-A716-480F-9E95-81A0F257BF5E}">
      <dgm:prSet/>
      <dgm:spPr/>
      <dgm:t>
        <a:bodyPr/>
        <a:lstStyle/>
        <a:p>
          <a:r>
            <a:rPr lang="en-GB" i="0"/>
            <a:t>Bigger Impact on Profitability </a:t>
          </a:r>
          <a:endParaRPr lang="en-US"/>
        </a:p>
      </dgm:t>
    </dgm:pt>
    <dgm:pt modelId="{90CE3F18-EC20-45DA-BF55-4B9A4234AE72}" type="parTrans" cxnId="{794F2F49-4376-452A-8C06-DCF99096BA9A}">
      <dgm:prSet/>
      <dgm:spPr/>
      <dgm:t>
        <a:bodyPr/>
        <a:lstStyle/>
        <a:p>
          <a:endParaRPr lang="en-US"/>
        </a:p>
      </dgm:t>
    </dgm:pt>
    <dgm:pt modelId="{5F3CBFCE-CE1D-4DC4-BA8E-6E21147AB63E}" type="sibTrans" cxnId="{794F2F49-4376-452A-8C06-DCF99096BA9A}">
      <dgm:prSet/>
      <dgm:spPr/>
      <dgm:t>
        <a:bodyPr/>
        <a:lstStyle/>
        <a:p>
          <a:endParaRPr lang="en-US"/>
        </a:p>
      </dgm:t>
    </dgm:pt>
    <dgm:pt modelId="{739DF1FF-86DD-4A2E-829C-3478FFFD4D5A}">
      <dgm:prSet/>
      <dgm:spPr/>
      <dgm:t>
        <a:bodyPr/>
        <a:lstStyle/>
        <a:p>
          <a:r>
            <a:rPr lang="en-GB" b="0" i="0"/>
            <a:t>Long-Term</a:t>
          </a:r>
          <a:endParaRPr lang="en-US"/>
        </a:p>
      </dgm:t>
    </dgm:pt>
    <dgm:pt modelId="{B4707811-D006-48FC-94BE-C9B9512CF2C1}" type="parTrans" cxnId="{B1A1090D-E760-4B0D-96FC-70B0287C2C29}">
      <dgm:prSet/>
      <dgm:spPr/>
      <dgm:t>
        <a:bodyPr/>
        <a:lstStyle/>
        <a:p>
          <a:endParaRPr lang="en-US"/>
        </a:p>
      </dgm:t>
    </dgm:pt>
    <dgm:pt modelId="{7B7E1D9C-8118-43A1-8096-BBB51028DE3A}" type="sibTrans" cxnId="{B1A1090D-E760-4B0D-96FC-70B0287C2C29}">
      <dgm:prSet/>
      <dgm:spPr/>
      <dgm:t>
        <a:bodyPr/>
        <a:lstStyle/>
        <a:p>
          <a:endParaRPr lang="en-US"/>
        </a:p>
      </dgm:t>
    </dgm:pt>
    <dgm:pt modelId="{11ED8BB8-385F-4E88-8C9F-5FB5980DA7A7}">
      <dgm:prSet/>
      <dgm:spPr/>
      <dgm:t>
        <a:bodyPr/>
        <a:lstStyle/>
        <a:p>
          <a:r>
            <a:rPr lang="en-GB" b="0" i="0"/>
            <a:t>Business Relationships</a:t>
          </a:r>
          <a:endParaRPr lang="en-US"/>
        </a:p>
      </dgm:t>
    </dgm:pt>
    <dgm:pt modelId="{25B2342B-A8F3-4C5E-BC24-42F4635FEE06}" type="parTrans" cxnId="{314F79A3-BD33-4438-AD6C-48964904B97C}">
      <dgm:prSet/>
      <dgm:spPr/>
      <dgm:t>
        <a:bodyPr/>
        <a:lstStyle/>
        <a:p>
          <a:endParaRPr lang="en-US"/>
        </a:p>
      </dgm:t>
    </dgm:pt>
    <dgm:pt modelId="{317AD43C-3387-4626-A84A-7BA155E9F0FB}" type="sibTrans" cxnId="{314F79A3-BD33-4438-AD6C-48964904B97C}">
      <dgm:prSet/>
      <dgm:spPr/>
      <dgm:t>
        <a:bodyPr/>
        <a:lstStyle/>
        <a:p>
          <a:endParaRPr lang="en-US"/>
        </a:p>
      </dgm:t>
    </dgm:pt>
    <dgm:pt modelId="{D1DDD9F6-7857-4942-B20C-3A70A0F40EB6}">
      <dgm:prSet/>
      <dgm:spPr/>
      <dgm:t>
        <a:bodyPr/>
        <a:lstStyle/>
        <a:p>
          <a:r>
            <a:rPr lang="en-GB" b="0" i="0"/>
            <a:t>Efficiency in Order Processing</a:t>
          </a:r>
          <a:endParaRPr lang="en-US"/>
        </a:p>
      </dgm:t>
    </dgm:pt>
    <dgm:pt modelId="{5BE6FAE5-1214-4017-B26A-FF95FBA16C19}" type="parTrans" cxnId="{907CA78B-B5C0-42B8-B5F4-8551E0433DF1}">
      <dgm:prSet/>
      <dgm:spPr/>
      <dgm:t>
        <a:bodyPr/>
        <a:lstStyle/>
        <a:p>
          <a:endParaRPr lang="en-US"/>
        </a:p>
      </dgm:t>
    </dgm:pt>
    <dgm:pt modelId="{B7C4DEA5-530A-4AE1-9560-29EFE661E2BD}" type="sibTrans" cxnId="{907CA78B-B5C0-42B8-B5F4-8551E0433DF1}">
      <dgm:prSet/>
      <dgm:spPr/>
      <dgm:t>
        <a:bodyPr/>
        <a:lstStyle/>
        <a:p>
          <a:endParaRPr lang="en-US"/>
        </a:p>
      </dgm:t>
    </dgm:pt>
    <dgm:pt modelId="{F1F57A1C-C62B-E341-972D-EFC398320B3A}" type="pres">
      <dgm:prSet presAssocID="{85D60DD3-477C-4BD9-885F-33E4F281BD74}" presName="linear" presStyleCnt="0">
        <dgm:presLayoutVars>
          <dgm:animLvl val="lvl"/>
          <dgm:resizeHandles val="exact"/>
        </dgm:presLayoutVars>
      </dgm:prSet>
      <dgm:spPr/>
    </dgm:pt>
    <dgm:pt modelId="{B1DF3421-A76F-924A-B068-1D8E5EB4742D}" type="pres">
      <dgm:prSet presAssocID="{F926CCB8-2DE9-4CDB-BAD3-87E6085A3FE6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D711FAA5-B02A-3544-BC61-E40B6F0C212E}" type="pres">
      <dgm:prSet presAssocID="{F926CCB8-2DE9-4CDB-BAD3-87E6085A3FE6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B1A1090D-E760-4B0D-96FC-70B0287C2C29}" srcId="{F926CCB8-2DE9-4CDB-BAD3-87E6085A3FE6}" destId="{739DF1FF-86DD-4A2E-829C-3478FFFD4D5A}" srcOrd="2" destOrd="0" parTransId="{B4707811-D006-48FC-94BE-C9B9512CF2C1}" sibTransId="{7B7E1D9C-8118-43A1-8096-BBB51028DE3A}"/>
    <dgm:cxn modelId="{6B940E29-1292-614C-A82F-24EF8C5254D6}" type="presOf" srcId="{43ADF114-8F72-40ED-8C0F-ECF3FEBBA51B}" destId="{D711FAA5-B02A-3544-BC61-E40B6F0C212E}" srcOrd="0" destOrd="0" presId="urn:microsoft.com/office/officeart/2005/8/layout/vList2"/>
    <dgm:cxn modelId="{25D3D92C-845B-DB44-BA70-E0014FCA3F23}" type="presOf" srcId="{739DF1FF-86DD-4A2E-829C-3478FFFD4D5A}" destId="{D711FAA5-B02A-3544-BC61-E40B6F0C212E}" srcOrd="0" destOrd="2" presId="urn:microsoft.com/office/officeart/2005/8/layout/vList2"/>
    <dgm:cxn modelId="{3216773E-0BFF-9242-B9D9-76281DA5A1C3}" type="presOf" srcId="{85D60DD3-477C-4BD9-885F-33E4F281BD74}" destId="{F1F57A1C-C62B-E341-972D-EFC398320B3A}" srcOrd="0" destOrd="0" presId="urn:microsoft.com/office/officeart/2005/8/layout/vList2"/>
    <dgm:cxn modelId="{794F2F49-4376-452A-8C06-DCF99096BA9A}" srcId="{F926CCB8-2DE9-4CDB-BAD3-87E6085A3FE6}" destId="{C2AE0F7E-A716-480F-9E95-81A0F257BF5E}" srcOrd="1" destOrd="0" parTransId="{90CE3F18-EC20-45DA-BF55-4B9A4234AE72}" sibTransId="{5F3CBFCE-CE1D-4DC4-BA8E-6E21147AB63E}"/>
    <dgm:cxn modelId="{0F422D62-F312-ED48-82B6-D6321D1BF0C1}" type="presOf" srcId="{F926CCB8-2DE9-4CDB-BAD3-87E6085A3FE6}" destId="{B1DF3421-A76F-924A-B068-1D8E5EB4742D}" srcOrd="0" destOrd="0" presId="urn:microsoft.com/office/officeart/2005/8/layout/vList2"/>
    <dgm:cxn modelId="{8C5DBC69-1CED-EE47-8FBA-E0E1AA697A9B}" type="presOf" srcId="{D1DDD9F6-7857-4942-B20C-3A70A0F40EB6}" destId="{D711FAA5-B02A-3544-BC61-E40B6F0C212E}" srcOrd="0" destOrd="4" presId="urn:microsoft.com/office/officeart/2005/8/layout/vList2"/>
    <dgm:cxn modelId="{907CA78B-B5C0-42B8-B5F4-8551E0433DF1}" srcId="{F926CCB8-2DE9-4CDB-BAD3-87E6085A3FE6}" destId="{D1DDD9F6-7857-4942-B20C-3A70A0F40EB6}" srcOrd="4" destOrd="0" parTransId="{5BE6FAE5-1214-4017-B26A-FF95FBA16C19}" sibTransId="{B7C4DEA5-530A-4AE1-9560-29EFE661E2BD}"/>
    <dgm:cxn modelId="{314F79A3-BD33-4438-AD6C-48964904B97C}" srcId="{F926CCB8-2DE9-4CDB-BAD3-87E6085A3FE6}" destId="{11ED8BB8-385F-4E88-8C9F-5FB5980DA7A7}" srcOrd="3" destOrd="0" parTransId="{25B2342B-A8F3-4C5E-BC24-42F4635FEE06}" sibTransId="{317AD43C-3387-4626-A84A-7BA155E9F0FB}"/>
    <dgm:cxn modelId="{86DCC9AA-FC8F-6848-A512-23073E22BC56}" type="presOf" srcId="{11ED8BB8-385F-4E88-8C9F-5FB5980DA7A7}" destId="{D711FAA5-B02A-3544-BC61-E40B6F0C212E}" srcOrd="0" destOrd="3" presId="urn:microsoft.com/office/officeart/2005/8/layout/vList2"/>
    <dgm:cxn modelId="{2FDC37AD-92B8-444F-A4E4-9EB8791DA233}" type="presOf" srcId="{C2AE0F7E-A716-480F-9E95-81A0F257BF5E}" destId="{D711FAA5-B02A-3544-BC61-E40B6F0C212E}" srcOrd="0" destOrd="1" presId="urn:microsoft.com/office/officeart/2005/8/layout/vList2"/>
    <dgm:cxn modelId="{3BFDA6BB-0FE1-430A-9490-F37DBF21B2BD}" srcId="{85D60DD3-477C-4BD9-885F-33E4F281BD74}" destId="{F926CCB8-2DE9-4CDB-BAD3-87E6085A3FE6}" srcOrd="0" destOrd="0" parTransId="{51C9B1EA-99CD-4B49-B539-EFEF5F759E92}" sibTransId="{040162AD-A5BC-4C1F-BB5B-47AC0A703A9D}"/>
    <dgm:cxn modelId="{C618A4D0-FAAA-4949-B580-C4B7666D598D}" srcId="{F926CCB8-2DE9-4CDB-BAD3-87E6085A3FE6}" destId="{43ADF114-8F72-40ED-8C0F-ECF3FEBBA51B}" srcOrd="0" destOrd="0" parTransId="{92A21CFB-F848-46E5-A360-911F982787E3}" sibTransId="{B3946A94-A4F8-434F-9262-88DE95161DC8}"/>
    <dgm:cxn modelId="{157516E7-7095-754B-BE73-EB78627D20FF}" type="presParOf" srcId="{F1F57A1C-C62B-E341-972D-EFC398320B3A}" destId="{B1DF3421-A76F-924A-B068-1D8E5EB4742D}" srcOrd="0" destOrd="0" presId="urn:microsoft.com/office/officeart/2005/8/layout/vList2"/>
    <dgm:cxn modelId="{88EF4A55-69AD-AA40-A210-C700C1DC84D2}" type="presParOf" srcId="{F1F57A1C-C62B-E341-972D-EFC398320B3A}" destId="{D711FAA5-B02A-3544-BC61-E40B6F0C212E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ECD4BD9-8751-4FBC-BEF4-CB2879BF18E6}" type="doc">
      <dgm:prSet loTypeId="urn:microsoft.com/office/officeart/2008/layout/LinedList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2DE6AEAF-2AA8-4442-9D38-5DF35D0706D5}">
      <dgm:prSet/>
      <dgm:spPr/>
      <dgm:t>
        <a:bodyPr/>
        <a:lstStyle/>
        <a:p>
          <a:r>
            <a:rPr lang="en-GB" b="0" i="0" dirty="0"/>
            <a:t>Lower sales and profit.</a:t>
          </a:r>
          <a:endParaRPr lang="en-US" dirty="0"/>
        </a:p>
      </dgm:t>
    </dgm:pt>
    <dgm:pt modelId="{8F103E5D-57E7-4C5B-9F52-36646CFA6D67}" type="parTrans" cxnId="{6F1ED40D-A831-45C5-88DC-635C30EB1E68}">
      <dgm:prSet/>
      <dgm:spPr/>
      <dgm:t>
        <a:bodyPr/>
        <a:lstStyle/>
        <a:p>
          <a:endParaRPr lang="en-US"/>
        </a:p>
      </dgm:t>
    </dgm:pt>
    <dgm:pt modelId="{BFEB7F43-D732-473C-87DE-7E43583C9F41}" type="sibTrans" cxnId="{6F1ED40D-A831-45C5-88DC-635C30EB1E68}">
      <dgm:prSet/>
      <dgm:spPr/>
      <dgm:t>
        <a:bodyPr/>
        <a:lstStyle/>
        <a:p>
          <a:endParaRPr lang="en-US"/>
        </a:p>
      </dgm:t>
    </dgm:pt>
    <dgm:pt modelId="{E6B30847-04D0-4D2A-932A-52C30E331207}">
      <dgm:prSet/>
      <dgm:spPr/>
      <dgm:t>
        <a:bodyPr/>
        <a:lstStyle/>
        <a:p>
          <a:r>
            <a:rPr lang="en-GB" b="0" i="0" dirty="0"/>
            <a:t>Unsold inventory causing losses.</a:t>
          </a:r>
          <a:endParaRPr lang="en-US" dirty="0"/>
        </a:p>
      </dgm:t>
    </dgm:pt>
    <dgm:pt modelId="{74ADA64F-07AE-4E9D-8BAB-27EA8A28D1F4}" type="parTrans" cxnId="{86DF27CE-FD0A-4934-9BC1-07C2B583DD8D}">
      <dgm:prSet/>
      <dgm:spPr/>
      <dgm:t>
        <a:bodyPr/>
        <a:lstStyle/>
        <a:p>
          <a:endParaRPr lang="en-US"/>
        </a:p>
      </dgm:t>
    </dgm:pt>
    <dgm:pt modelId="{36CD1A34-974D-4F29-8614-5E68206455DF}" type="sibTrans" cxnId="{86DF27CE-FD0A-4934-9BC1-07C2B583DD8D}">
      <dgm:prSet/>
      <dgm:spPr/>
      <dgm:t>
        <a:bodyPr/>
        <a:lstStyle/>
        <a:p>
          <a:endParaRPr lang="en-US"/>
        </a:p>
      </dgm:t>
    </dgm:pt>
    <dgm:pt modelId="{3FF56912-EC4F-4898-BA2B-D3F164EA1EB4}">
      <dgm:prSet/>
      <dgm:spPr/>
      <dgm:t>
        <a:bodyPr/>
        <a:lstStyle/>
        <a:p>
          <a:r>
            <a:rPr lang="en-GB" b="0" i="0"/>
            <a:t>"Taking action now prevents these risks."</a:t>
          </a:r>
          <a:endParaRPr lang="en-US"/>
        </a:p>
      </dgm:t>
    </dgm:pt>
    <dgm:pt modelId="{D9A77406-DE02-485A-B49B-586B38B47CC2}" type="parTrans" cxnId="{9A03047E-5DB2-4758-B7BA-5BB6CFC00975}">
      <dgm:prSet/>
      <dgm:spPr/>
      <dgm:t>
        <a:bodyPr/>
        <a:lstStyle/>
        <a:p>
          <a:endParaRPr lang="en-US"/>
        </a:p>
      </dgm:t>
    </dgm:pt>
    <dgm:pt modelId="{FC038F6B-B45E-466B-900D-A2898AC1EB31}" type="sibTrans" cxnId="{9A03047E-5DB2-4758-B7BA-5BB6CFC00975}">
      <dgm:prSet/>
      <dgm:spPr/>
      <dgm:t>
        <a:bodyPr/>
        <a:lstStyle/>
        <a:p>
          <a:endParaRPr lang="en-US"/>
        </a:p>
      </dgm:t>
    </dgm:pt>
    <dgm:pt modelId="{75EB054D-55C9-ED4C-BFBA-025919DC409E}" type="pres">
      <dgm:prSet presAssocID="{3ECD4BD9-8751-4FBC-BEF4-CB2879BF18E6}" presName="vert0" presStyleCnt="0">
        <dgm:presLayoutVars>
          <dgm:dir/>
          <dgm:animOne val="branch"/>
          <dgm:animLvl val="lvl"/>
        </dgm:presLayoutVars>
      </dgm:prSet>
      <dgm:spPr/>
    </dgm:pt>
    <dgm:pt modelId="{11EF6E78-47DB-3940-8C96-05F77CAA02AF}" type="pres">
      <dgm:prSet presAssocID="{2DE6AEAF-2AA8-4442-9D38-5DF35D0706D5}" presName="thickLine" presStyleLbl="alignNode1" presStyleIdx="0" presStyleCnt="3"/>
      <dgm:spPr/>
    </dgm:pt>
    <dgm:pt modelId="{5041A1AA-4C1D-AC40-B4CD-24C3816681D7}" type="pres">
      <dgm:prSet presAssocID="{2DE6AEAF-2AA8-4442-9D38-5DF35D0706D5}" presName="horz1" presStyleCnt="0"/>
      <dgm:spPr/>
    </dgm:pt>
    <dgm:pt modelId="{28B02BB0-8479-794B-AB2B-700FCA21E615}" type="pres">
      <dgm:prSet presAssocID="{2DE6AEAF-2AA8-4442-9D38-5DF35D0706D5}" presName="tx1" presStyleLbl="revTx" presStyleIdx="0" presStyleCnt="3"/>
      <dgm:spPr/>
    </dgm:pt>
    <dgm:pt modelId="{A8BC9EEB-CC6C-0346-9B49-AA54F9021A65}" type="pres">
      <dgm:prSet presAssocID="{2DE6AEAF-2AA8-4442-9D38-5DF35D0706D5}" presName="vert1" presStyleCnt="0"/>
      <dgm:spPr/>
    </dgm:pt>
    <dgm:pt modelId="{F25D2562-E077-C84B-AD64-B9E2AE3C8960}" type="pres">
      <dgm:prSet presAssocID="{E6B30847-04D0-4D2A-932A-52C30E331207}" presName="thickLine" presStyleLbl="alignNode1" presStyleIdx="1" presStyleCnt="3"/>
      <dgm:spPr/>
    </dgm:pt>
    <dgm:pt modelId="{189C26BC-52EA-F140-89F2-0B0242B5D091}" type="pres">
      <dgm:prSet presAssocID="{E6B30847-04D0-4D2A-932A-52C30E331207}" presName="horz1" presStyleCnt="0"/>
      <dgm:spPr/>
    </dgm:pt>
    <dgm:pt modelId="{CA525E81-DEA4-1245-B4DE-5956D1C59C4B}" type="pres">
      <dgm:prSet presAssocID="{E6B30847-04D0-4D2A-932A-52C30E331207}" presName="tx1" presStyleLbl="revTx" presStyleIdx="1" presStyleCnt="3"/>
      <dgm:spPr/>
    </dgm:pt>
    <dgm:pt modelId="{518BE9E4-A4E3-2142-A173-9CC9C06E4C78}" type="pres">
      <dgm:prSet presAssocID="{E6B30847-04D0-4D2A-932A-52C30E331207}" presName="vert1" presStyleCnt="0"/>
      <dgm:spPr/>
    </dgm:pt>
    <dgm:pt modelId="{B5D5F4C1-AAF2-4545-A865-F67DB7D9383D}" type="pres">
      <dgm:prSet presAssocID="{3FF56912-EC4F-4898-BA2B-D3F164EA1EB4}" presName="thickLine" presStyleLbl="alignNode1" presStyleIdx="2" presStyleCnt="3"/>
      <dgm:spPr/>
    </dgm:pt>
    <dgm:pt modelId="{B343FB38-3564-074F-AAF7-4C3CAE0E0DD1}" type="pres">
      <dgm:prSet presAssocID="{3FF56912-EC4F-4898-BA2B-D3F164EA1EB4}" presName="horz1" presStyleCnt="0"/>
      <dgm:spPr/>
    </dgm:pt>
    <dgm:pt modelId="{73C1A1DC-F2F6-4A48-B689-AE3B0E1442DF}" type="pres">
      <dgm:prSet presAssocID="{3FF56912-EC4F-4898-BA2B-D3F164EA1EB4}" presName="tx1" presStyleLbl="revTx" presStyleIdx="2" presStyleCnt="3"/>
      <dgm:spPr/>
    </dgm:pt>
    <dgm:pt modelId="{93066689-8AFB-DB4A-9C67-1102A3E5D08F}" type="pres">
      <dgm:prSet presAssocID="{3FF56912-EC4F-4898-BA2B-D3F164EA1EB4}" presName="vert1" presStyleCnt="0"/>
      <dgm:spPr/>
    </dgm:pt>
  </dgm:ptLst>
  <dgm:cxnLst>
    <dgm:cxn modelId="{6F1ED40D-A831-45C5-88DC-635C30EB1E68}" srcId="{3ECD4BD9-8751-4FBC-BEF4-CB2879BF18E6}" destId="{2DE6AEAF-2AA8-4442-9D38-5DF35D0706D5}" srcOrd="0" destOrd="0" parTransId="{8F103E5D-57E7-4C5B-9F52-36646CFA6D67}" sibTransId="{BFEB7F43-D732-473C-87DE-7E43583C9F41}"/>
    <dgm:cxn modelId="{14104A75-CE8A-A54B-8568-58212290D7F0}" type="presOf" srcId="{2DE6AEAF-2AA8-4442-9D38-5DF35D0706D5}" destId="{28B02BB0-8479-794B-AB2B-700FCA21E615}" srcOrd="0" destOrd="0" presId="urn:microsoft.com/office/officeart/2008/layout/LinedList"/>
    <dgm:cxn modelId="{4DFCC77B-4EFD-E34C-98DD-9A1B86A0809A}" type="presOf" srcId="{E6B30847-04D0-4D2A-932A-52C30E331207}" destId="{CA525E81-DEA4-1245-B4DE-5956D1C59C4B}" srcOrd="0" destOrd="0" presId="urn:microsoft.com/office/officeart/2008/layout/LinedList"/>
    <dgm:cxn modelId="{9A03047E-5DB2-4758-B7BA-5BB6CFC00975}" srcId="{3ECD4BD9-8751-4FBC-BEF4-CB2879BF18E6}" destId="{3FF56912-EC4F-4898-BA2B-D3F164EA1EB4}" srcOrd="2" destOrd="0" parTransId="{D9A77406-DE02-485A-B49B-586B38B47CC2}" sibTransId="{FC038F6B-B45E-466B-900D-A2898AC1EB31}"/>
    <dgm:cxn modelId="{F969AEA7-60F1-2B46-A6D2-A116CA83B583}" type="presOf" srcId="{3FF56912-EC4F-4898-BA2B-D3F164EA1EB4}" destId="{73C1A1DC-F2F6-4A48-B689-AE3B0E1442DF}" srcOrd="0" destOrd="0" presId="urn:microsoft.com/office/officeart/2008/layout/LinedList"/>
    <dgm:cxn modelId="{44F12BCA-7E6D-4048-9D40-E098EB0D88A3}" type="presOf" srcId="{3ECD4BD9-8751-4FBC-BEF4-CB2879BF18E6}" destId="{75EB054D-55C9-ED4C-BFBA-025919DC409E}" srcOrd="0" destOrd="0" presId="urn:microsoft.com/office/officeart/2008/layout/LinedList"/>
    <dgm:cxn modelId="{86DF27CE-FD0A-4934-9BC1-07C2B583DD8D}" srcId="{3ECD4BD9-8751-4FBC-BEF4-CB2879BF18E6}" destId="{E6B30847-04D0-4D2A-932A-52C30E331207}" srcOrd="1" destOrd="0" parTransId="{74ADA64F-07AE-4E9D-8BAB-27EA8A28D1F4}" sibTransId="{36CD1A34-974D-4F29-8614-5E68206455DF}"/>
    <dgm:cxn modelId="{9C506DBF-8AC0-614E-8625-6F9BCBC8FC0B}" type="presParOf" srcId="{75EB054D-55C9-ED4C-BFBA-025919DC409E}" destId="{11EF6E78-47DB-3940-8C96-05F77CAA02AF}" srcOrd="0" destOrd="0" presId="urn:microsoft.com/office/officeart/2008/layout/LinedList"/>
    <dgm:cxn modelId="{923A4E8A-1A34-5547-9C51-E1801DDEBBB9}" type="presParOf" srcId="{75EB054D-55C9-ED4C-BFBA-025919DC409E}" destId="{5041A1AA-4C1D-AC40-B4CD-24C3816681D7}" srcOrd="1" destOrd="0" presId="urn:microsoft.com/office/officeart/2008/layout/LinedList"/>
    <dgm:cxn modelId="{873B57AF-9208-0C49-AAA4-E66B47AA3614}" type="presParOf" srcId="{5041A1AA-4C1D-AC40-B4CD-24C3816681D7}" destId="{28B02BB0-8479-794B-AB2B-700FCA21E615}" srcOrd="0" destOrd="0" presId="urn:microsoft.com/office/officeart/2008/layout/LinedList"/>
    <dgm:cxn modelId="{87E2E029-65FC-EE46-BE4E-2225A0B6DD9F}" type="presParOf" srcId="{5041A1AA-4C1D-AC40-B4CD-24C3816681D7}" destId="{A8BC9EEB-CC6C-0346-9B49-AA54F9021A65}" srcOrd="1" destOrd="0" presId="urn:microsoft.com/office/officeart/2008/layout/LinedList"/>
    <dgm:cxn modelId="{8576DD14-264D-4D43-94DF-5856DC2631E0}" type="presParOf" srcId="{75EB054D-55C9-ED4C-BFBA-025919DC409E}" destId="{F25D2562-E077-C84B-AD64-B9E2AE3C8960}" srcOrd="2" destOrd="0" presId="urn:microsoft.com/office/officeart/2008/layout/LinedList"/>
    <dgm:cxn modelId="{9D472B16-CABD-3148-B18D-E4E1CC3D827D}" type="presParOf" srcId="{75EB054D-55C9-ED4C-BFBA-025919DC409E}" destId="{189C26BC-52EA-F140-89F2-0B0242B5D091}" srcOrd="3" destOrd="0" presId="urn:microsoft.com/office/officeart/2008/layout/LinedList"/>
    <dgm:cxn modelId="{E07F9FE2-D6B3-2C4F-AD67-3046DE38CC3C}" type="presParOf" srcId="{189C26BC-52EA-F140-89F2-0B0242B5D091}" destId="{CA525E81-DEA4-1245-B4DE-5956D1C59C4B}" srcOrd="0" destOrd="0" presId="urn:microsoft.com/office/officeart/2008/layout/LinedList"/>
    <dgm:cxn modelId="{CB50D5FC-4FE4-6E41-8DD6-DF92C1D4D91D}" type="presParOf" srcId="{189C26BC-52EA-F140-89F2-0B0242B5D091}" destId="{518BE9E4-A4E3-2142-A173-9CC9C06E4C78}" srcOrd="1" destOrd="0" presId="urn:microsoft.com/office/officeart/2008/layout/LinedList"/>
    <dgm:cxn modelId="{45F807A6-67AF-4E4B-909A-149EEAE713EE}" type="presParOf" srcId="{75EB054D-55C9-ED4C-BFBA-025919DC409E}" destId="{B5D5F4C1-AAF2-4545-A865-F67DB7D9383D}" srcOrd="4" destOrd="0" presId="urn:microsoft.com/office/officeart/2008/layout/LinedList"/>
    <dgm:cxn modelId="{2CD346DA-CFD1-9B48-A490-490F9D682A3D}" type="presParOf" srcId="{75EB054D-55C9-ED4C-BFBA-025919DC409E}" destId="{B343FB38-3564-074F-AAF7-4C3CAE0E0DD1}" srcOrd="5" destOrd="0" presId="urn:microsoft.com/office/officeart/2008/layout/LinedList"/>
    <dgm:cxn modelId="{2F2C0CC7-ABEC-9C41-BFA0-E926B9D02FD6}" type="presParOf" srcId="{B343FB38-3564-074F-AAF7-4C3CAE0E0DD1}" destId="{73C1A1DC-F2F6-4A48-B689-AE3B0E1442DF}" srcOrd="0" destOrd="0" presId="urn:microsoft.com/office/officeart/2008/layout/LinedList"/>
    <dgm:cxn modelId="{7340A96F-BE04-B843-91F3-2AF14CB02F06}" type="presParOf" srcId="{B343FB38-3564-074F-AAF7-4C3CAE0E0DD1}" destId="{93066689-8AFB-DB4A-9C67-1102A3E5D08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21454C-EBCF-5046-9FFC-C64343B198A4}">
      <dsp:nvSpPr>
        <dsp:cNvPr id="0" name=""/>
        <dsp:cNvSpPr/>
      </dsp:nvSpPr>
      <dsp:spPr>
        <a:xfrm>
          <a:off x="0" y="0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73CE789-12CF-7A48-9EF4-9D921095A005}">
      <dsp:nvSpPr>
        <dsp:cNvPr id="0" name=""/>
        <dsp:cNvSpPr/>
      </dsp:nvSpPr>
      <dsp:spPr>
        <a:xfrm>
          <a:off x="0" y="0"/>
          <a:ext cx="6666833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300" b="1" i="0" kern="1200"/>
            <a:t>Top Products:</a:t>
          </a:r>
          <a:r>
            <a:rPr lang="en-GB" sz="3300" b="0" i="0" kern="1200"/>
            <a:t> Technology has the highest profit.</a:t>
          </a:r>
          <a:endParaRPr lang="en-US" sz="3300" kern="1200"/>
        </a:p>
      </dsp:txBody>
      <dsp:txXfrm>
        <a:off x="0" y="0"/>
        <a:ext cx="6666833" cy="1363480"/>
      </dsp:txXfrm>
    </dsp:sp>
    <dsp:sp modelId="{2205C42F-58B7-EB45-989D-FCCC98243521}">
      <dsp:nvSpPr>
        <dsp:cNvPr id="0" name=""/>
        <dsp:cNvSpPr/>
      </dsp:nvSpPr>
      <dsp:spPr>
        <a:xfrm>
          <a:off x="0" y="1363480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8F7F2A7-4DC0-4048-ACBE-4C75BE82CD1B}">
      <dsp:nvSpPr>
        <dsp:cNvPr id="0" name=""/>
        <dsp:cNvSpPr/>
      </dsp:nvSpPr>
      <dsp:spPr>
        <a:xfrm>
          <a:off x="0" y="1363480"/>
          <a:ext cx="6666833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300" b="1" i="0" kern="1200"/>
            <a:t>Customer Segments:</a:t>
          </a:r>
          <a:r>
            <a:rPr lang="en-GB" sz="3300" b="0" i="0" kern="1200"/>
            <a:t> Corporate clients spend the most.</a:t>
          </a:r>
          <a:endParaRPr lang="en-US" sz="3300" kern="1200"/>
        </a:p>
      </dsp:txBody>
      <dsp:txXfrm>
        <a:off x="0" y="1363480"/>
        <a:ext cx="6666833" cy="1363480"/>
      </dsp:txXfrm>
    </dsp:sp>
    <dsp:sp modelId="{748D5A7E-085B-3A4E-982C-5E7A610580E5}">
      <dsp:nvSpPr>
        <dsp:cNvPr id="0" name=""/>
        <dsp:cNvSpPr/>
      </dsp:nvSpPr>
      <dsp:spPr>
        <a:xfrm>
          <a:off x="0" y="2726960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98E9F57-7A78-F14C-9062-4D65C2B2F426}">
      <dsp:nvSpPr>
        <dsp:cNvPr id="0" name=""/>
        <dsp:cNvSpPr/>
      </dsp:nvSpPr>
      <dsp:spPr>
        <a:xfrm>
          <a:off x="0" y="2726960"/>
          <a:ext cx="6666833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300" b="1" i="0" kern="1200"/>
            <a:t>Regional Trends:</a:t>
          </a:r>
          <a:r>
            <a:rPr lang="en-GB" sz="3300" b="0" i="0" kern="1200"/>
            <a:t> The West performs best; South has potential.</a:t>
          </a:r>
          <a:endParaRPr lang="en-US" sz="3300" kern="1200"/>
        </a:p>
      </dsp:txBody>
      <dsp:txXfrm>
        <a:off x="0" y="2726960"/>
        <a:ext cx="6666833" cy="1363480"/>
      </dsp:txXfrm>
    </dsp:sp>
    <dsp:sp modelId="{6E79F4CD-569F-4A40-A63F-F804205AE823}">
      <dsp:nvSpPr>
        <dsp:cNvPr id="0" name=""/>
        <dsp:cNvSpPr/>
      </dsp:nvSpPr>
      <dsp:spPr>
        <a:xfrm>
          <a:off x="0" y="4090440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4539432-21F8-6F46-9700-5B95C2503E3C}">
      <dsp:nvSpPr>
        <dsp:cNvPr id="0" name=""/>
        <dsp:cNvSpPr/>
      </dsp:nvSpPr>
      <dsp:spPr>
        <a:xfrm>
          <a:off x="0" y="4090440"/>
          <a:ext cx="6666833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These Following helps to make a Strategic Decision </a:t>
          </a:r>
        </a:p>
      </dsp:txBody>
      <dsp:txXfrm>
        <a:off x="0" y="4090440"/>
        <a:ext cx="6666833" cy="13634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DF3421-A76F-924A-B068-1D8E5EB4742D}">
      <dsp:nvSpPr>
        <dsp:cNvPr id="0" name=""/>
        <dsp:cNvSpPr/>
      </dsp:nvSpPr>
      <dsp:spPr>
        <a:xfrm>
          <a:off x="0" y="1039"/>
          <a:ext cx="6666833" cy="117935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 dirty="0"/>
            <a:t>For Example: Micheal </a:t>
          </a:r>
        </a:p>
      </dsp:txBody>
      <dsp:txXfrm>
        <a:off x="57572" y="58611"/>
        <a:ext cx="6551689" cy="1064215"/>
      </dsp:txXfrm>
    </dsp:sp>
    <dsp:sp modelId="{D711FAA5-B02A-3544-BC61-E40B6F0C212E}">
      <dsp:nvSpPr>
        <dsp:cNvPr id="0" name=""/>
        <dsp:cNvSpPr/>
      </dsp:nvSpPr>
      <dsp:spPr>
        <a:xfrm>
          <a:off x="0" y="1180399"/>
          <a:ext cx="6666833" cy="4272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60960" rIns="341376" bIns="60960" numCol="1" spcCol="1270" anchor="t" anchorCtr="0">
          <a:noAutofit/>
        </a:bodyPr>
        <a:lstStyle/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3700" b="0" i="0" kern="1200"/>
            <a:t>Higher Sales Volume</a:t>
          </a:r>
          <a:endParaRPr lang="en-US" sz="3700" kern="1200"/>
        </a:p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3700" i="0" kern="1200"/>
            <a:t>Bigger Impact on Profitability </a:t>
          </a:r>
          <a:endParaRPr lang="en-US" sz="3700" kern="1200"/>
        </a:p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3700" b="0" i="0" kern="1200"/>
            <a:t>Long-Term</a:t>
          </a:r>
          <a:endParaRPr lang="en-US" sz="3700" kern="1200"/>
        </a:p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3700" b="0" i="0" kern="1200"/>
            <a:t>Business Relationships</a:t>
          </a:r>
          <a:endParaRPr lang="en-US" sz="3700" kern="1200"/>
        </a:p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3700" b="0" i="0" kern="1200"/>
            <a:t>Efficiency in Order Processing</a:t>
          </a:r>
          <a:endParaRPr lang="en-US" sz="3700" kern="1200"/>
        </a:p>
      </dsp:txBody>
      <dsp:txXfrm>
        <a:off x="0" y="1180399"/>
        <a:ext cx="6666833" cy="427248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EF6E78-47DB-3940-8C96-05F77CAA02AF}">
      <dsp:nvSpPr>
        <dsp:cNvPr id="0" name=""/>
        <dsp:cNvSpPr/>
      </dsp:nvSpPr>
      <dsp:spPr>
        <a:xfrm>
          <a:off x="0" y="2663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8B02BB0-8479-794B-AB2B-700FCA21E615}">
      <dsp:nvSpPr>
        <dsp:cNvPr id="0" name=""/>
        <dsp:cNvSpPr/>
      </dsp:nvSpPr>
      <dsp:spPr>
        <a:xfrm>
          <a:off x="0" y="2663"/>
          <a:ext cx="6666833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0" tIns="190500" rIns="190500" bIns="190500" numCol="1" spcCol="1270" anchor="t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5000" b="0" i="0" kern="1200" dirty="0"/>
            <a:t>Lower sales and profit.</a:t>
          </a:r>
          <a:endParaRPr lang="en-US" sz="5000" kern="1200" dirty="0"/>
        </a:p>
      </dsp:txBody>
      <dsp:txXfrm>
        <a:off x="0" y="2663"/>
        <a:ext cx="6666833" cy="1816197"/>
      </dsp:txXfrm>
    </dsp:sp>
    <dsp:sp modelId="{F25D2562-E077-C84B-AD64-B9E2AE3C8960}">
      <dsp:nvSpPr>
        <dsp:cNvPr id="0" name=""/>
        <dsp:cNvSpPr/>
      </dsp:nvSpPr>
      <dsp:spPr>
        <a:xfrm>
          <a:off x="0" y="1818861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A525E81-DEA4-1245-B4DE-5956D1C59C4B}">
      <dsp:nvSpPr>
        <dsp:cNvPr id="0" name=""/>
        <dsp:cNvSpPr/>
      </dsp:nvSpPr>
      <dsp:spPr>
        <a:xfrm>
          <a:off x="0" y="1818861"/>
          <a:ext cx="6666833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0" tIns="190500" rIns="190500" bIns="190500" numCol="1" spcCol="1270" anchor="t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5000" b="0" i="0" kern="1200" dirty="0"/>
            <a:t>Unsold inventory causing losses.</a:t>
          </a:r>
          <a:endParaRPr lang="en-US" sz="5000" kern="1200" dirty="0"/>
        </a:p>
      </dsp:txBody>
      <dsp:txXfrm>
        <a:off x="0" y="1818861"/>
        <a:ext cx="6666833" cy="1816197"/>
      </dsp:txXfrm>
    </dsp:sp>
    <dsp:sp modelId="{B5D5F4C1-AAF2-4545-A865-F67DB7D9383D}">
      <dsp:nvSpPr>
        <dsp:cNvPr id="0" name=""/>
        <dsp:cNvSpPr/>
      </dsp:nvSpPr>
      <dsp:spPr>
        <a:xfrm>
          <a:off x="0" y="3635058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3C1A1DC-F2F6-4A48-B689-AE3B0E1442DF}">
      <dsp:nvSpPr>
        <dsp:cNvPr id="0" name=""/>
        <dsp:cNvSpPr/>
      </dsp:nvSpPr>
      <dsp:spPr>
        <a:xfrm>
          <a:off x="0" y="3635058"/>
          <a:ext cx="6666833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0" tIns="190500" rIns="190500" bIns="190500" numCol="1" spcCol="1270" anchor="t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5000" b="0" i="0" kern="1200"/>
            <a:t>"Taking action now prevents these risks."</a:t>
          </a:r>
          <a:endParaRPr lang="en-US" sz="5000" kern="1200"/>
        </a:p>
      </dsp:txBody>
      <dsp:txXfrm>
        <a:off x="0" y="3635058"/>
        <a:ext cx="6666833" cy="18161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97E46-2C25-5BF7-31CB-B2A9C5292F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NP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0AB29A-55DB-C91B-021F-F568B9C998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3893C3-2461-F764-50AC-3BFA5610E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B1698-2715-774E-BDAE-13A65953BAA2}" type="datetimeFigureOut">
              <a:rPr lang="en-NP" smtClean="0"/>
              <a:t>18/02/2025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D9C81C-07D5-DD2A-3A33-9DC39B384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D722D1-686D-FB0D-C33F-2E7CA70C8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A9E87-E72A-A945-848C-A3CD720579A3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708182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902A6-D8C6-4C95-B4BB-0B667508D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8B6752-D782-33E3-1534-E1831742E4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A68D34-D45F-D512-02FC-1DB4EACA1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B1698-2715-774E-BDAE-13A65953BAA2}" type="datetimeFigureOut">
              <a:rPr lang="en-NP" smtClean="0"/>
              <a:t>18/02/2025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57E7A1-6BFE-AB2F-FD32-2CF44E4E2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B641B-DBFB-5B85-01CD-242D747A8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A9E87-E72A-A945-848C-A3CD720579A3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2944236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C1A40-3324-FE1D-25F8-705BB2061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D1F84F-F272-6BCD-F784-9C35A7DA54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1F5CE0-F07D-0DB3-9E6B-AA40ACFED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B1698-2715-774E-BDAE-13A65953BAA2}" type="datetimeFigureOut">
              <a:rPr lang="en-NP" smtClean="0"/>
              <a:t>18/02/2025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61C2FB-9459-8B6B-06D1-CB8C621A4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E3401F-5543-4F4D-059D-7B12EE9B5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A9E87-E72A-A945-848C-A3CD720579A3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6610923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B5E8F-AC4D-20CA-5E87-23AA5231B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43DB0-FCE4-0167-18AD-DFA582E89E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P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854BA7-D66E-36E9-9F70-C0E55D8FC3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P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2A2463-2F6A-D6DB-71B9-7FAE31E24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B1698-2715-774E-BDAE-13A65953BAA2}" type="datetimeFigureOut">
              <a:rPr lang="en-NP" smtClean="0"/>
              <a:t>18/02/2025</a:t>
            </a:fld>
            <a:endParaRPr lang="en-N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7AB829-2DC8-094B-68C8-880B51451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C0599E-CE3B-2585-F45E-7AC5515CE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A9E87-E72A-A945-848C-A3CD720579A3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2300716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F489C-7FB3-3C2C-835E-51A32DBDE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DC175B-A0E0-58E0-6998-7BE7F6A8F3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B5BB2F-06AA-EB8E-3EC8-BAE8A94F48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P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4EE90-BB8E-32B9-7C34-4882843F8E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9A2D04-77DE-D26C-0FBF-28523FBED1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P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CA032-3B9D-9BD7-492A-686D01A46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B1698-2715-774E-BDAE-13A65953BAA2}" type="datetimeFigureOut">
              <a:rPr lang="en-NP" smtClean="0"/>
              <a:t>18/02/2025</a:t>
            </a:fld>
            <a:endParaRPr lang="en-NP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BB1A48-3F22-478C-8CFC-316DA41F7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2ACAA5-559F-826E-CC7C-0CB7FD80A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A9E87-E72A-A945-848C-A3CD720579A3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248496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1C2C6-837A-EAFE-7075-DF48AAA58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P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2112E0-E034-9194-1B29-E2377B51E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B1698-2715-774E-BDAE-13A65953BAA2}" type="datetimeFigureOut">
              <a:rPr lang="en-NP" smtClean="0"/>
              <a:t>18/02/2025</a:t>
            </a:fld>
            <a:endParaRPr lang="en-NP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AD508E-6984-5449-2966-1FC65831A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88C730-C9AA-905C-694E-CF3DE2473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A9E87-E72A-A945-848C-A3CD720579A3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030660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2EC2A7-92C7-B7F9-B8CE-71F46B3D9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B1698-2715-774E-BDAE-13A65953BAA2}" type="datetimeFigureOut">
              <a:rPr lang="en-NP" smtClean="0"/>
              <a:t>18/02/2025</a:t>
            </a:fld>
            <a:endParaRPr lang="en-NP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A145B7-56F5-2581-C049-EF834F0F6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E4A349-5267-6950-5305-5289B42BF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A9E87-E72A-A945-848C-A3CD720579A3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291059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E3A44-D9D8-D18F-1C9E-9A53CA7FB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209A4-F94D-E214-1AF5-B36742E5E4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800C5B-3315-E919-F222-9422272C49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56258A-9DAE-8E1E-9080-B04AAEBB2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B1698-2715-774E-BDAE-13A65953BAA2}" type="datetimeFigureOut">
              <a:rPr lang="en-NP" smtClean="0"/>
              <a:t>18/02/2025</a:t>
            </a:fld>
            <a:endParaRPr lang="en-N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1A0EBA-37A7-9CCA-832A-D2338F133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5B19D7-F8AC-431D-9314-3CA6F91AC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A9E87-E72A-A945-848C-A3CD720579A3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4239541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3675F-0A56-96A5-8046-FB0AC25EC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P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E825F2-D113-2A6E-3A2C-9D9990D9E4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0E066A-E20C-7585-C6B5-4C6ECFB722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1B04D5-27F4-CE2D-39F0-735FF5CA7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B1698-2715-774E-BDAE-13A65953BAA2}" type="datetimeFigureOut">
              <a:rPr lang="en-NP" smtClean="0"/>
              <a:t>18/02/2025</a:t>
            </a:fld>
            <a:endParaRPr lang="en-N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8EB353-57BA-A59E-F150-C65B8FB21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E83E7D-E49E-016C-DDA0-A636FEE7E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A9E87-E72A-A945-848C-A3CD720579A3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226501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F5691-74E1-4588-C3BD-CCAF2BFCA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5D3757-9A35-DA18-5138-9C17C4BFE7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1E1B70-2528-E903-06BD-0E3143ED3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B1698-2715-774E-BDAE-13A65953BAA2}" type="datetimeFigureOut">
              <a:rPr lang="en-NP" smtClean="0"/>
              <a:t>18/02/2025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B30F4A-99B5-6855-B5F2-4DE98C346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710D27-D2C4-0C1D-24AA-BDBEEF1F1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A9E87-E72A-A945-848C-A3CD720579A3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959558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E33AFB-E2D9-4AE4-ABA6-2940E581B0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N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74E3B0-7254-8FA2-ED6A-C06D5729E2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DE4109-2642-F51B-2383-625270B82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B1698-2715-774E-BDAE-13A65953BAA2}" type="datetimeFigureOut">
              <a:rPr lang="en-NP" smtClean="0"/>
              <a:t>18/02/2025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D3855E-7B9E-D683-9907-C8C21BC55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2B530D-ACD9-272C-7FE9-5F1ED9BCE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A9E87-E72A-A945-848C-A3CD720579A3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998040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04B71D-896C-E6F9-4FC9-2AFA73D3E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F7EEFF-2998-596C-3525-9E78944D2F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57D624-1C70-ECDC-6696-8339C72035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4B1698-2715-774E-BDAE-13A65953BAA2}" type="datetimeFigureOut">
              <a:rPr lang="en-NP" smtClean="0"/>
              <a:t>18/02/2025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B67DA-FD29-CE0F-A279-7F33356AAE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8433AA-A022-35D2-AE64-D88490EC4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3A9E87-E72A-A945-848C-A3CD720579A3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2544298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P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56B9C-70B9-2442-3DC1-8F1601C91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420" y="365125"/>
            <a:ext cx="11175380" cy="6229639"/>
          </a:xfrm>
        </p:spPr>
        <p:txBody>
          <a:bodyPr>
            <a:normAutofit fontScale="90000"/>
          </a:bodyPr>
          <a:lstStyle/>
          <a:p>
            <a:r>
              <a:rPr lang="en-GB" sz="3200" b="1" i="0" u="none" strike="noStrike" dirty="0">
                <a:solidFill>
                  <a:srgbClr val="000000"/>
                </a:solidFill>
                <a:effectLst/>
              </a:rPr>
              <a:t>Title:</a:t>
            </a:r>
            <a:r>
              <a:rPr lang="en-GB" sz="3200" b="0" i="0" u="none" strike="noStrike" dirty="0">
                <a:solidFill>
                  <a:srgbClr val="000000"/>
                </a:solidFill>
                <a:effectLst/>
              </a:rPr>
              <a:t>  The Big Idea of Optimizing Sales &amp; Profitability in Superstore</a:t>
            </a:r>
            <a:br>
              <a:rPr lang="en-GB" sz="3200" b="0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32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GB" sz="3200" b="0" i="0" u="none" strike="noStrike" dirty="0">
                <a:solidFill>
                  <a:srgbClr val="000000"/>
                </a:solidFill>
                <a:effectLst/>
              </a:rPr>
              <a:t>                                              </a:t>
            </a:r>
            <a:r>
              <a:rPr lang="en-GB" sz="3200" b="1" i="0" u="none" strike="noStrike" dirty="0">
                <a:solidFill>
                  <a:srgbClr val="000000"/>
                </a:solidFill>
                <a:effectLst/>
              </a:rPr>
              <a:t>Course  : </a:t>
            </a:r>
            <a:r>
              <a:rPr lang="en-GB" sz="3200" i="0" u="none" strike="noStrike" dirty="0">
                <a:solidFill>
                  <a:srgbClr val="000000"/>
                </a:solidFill>
                <a:effectLst/>
              </a:rPr>
              <a:t>Data Visualization </a:t>
            </a:r>
            <a:br>
              <a:rPr lang="en-GB" sz="3200" b="0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32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GB" sz="3200" b="0" i="0" u="none" strike="noStrike" dirty="0">
                <a:solidFill>
                  <a:srgbClr val="000000"/>
                </a:solidFill>
                <a:effectLst/>
              </a:rPr>
              <a:t>                                                                                                                                                   </a:t>
            </a:r>
            <a:br>
              <a:rPr lang="en-GB" sz="3200" b="0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3200" b="0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3200" b="0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3200" b="0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3200" b="0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3200" b="0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32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GB" sz="3200" b="0" i="0" u="none" strike="noStrike" dirty="0">
                <a:solidFill>
                  <a:srgbClr val="000000"/>
                </a:solidFill>
                <a:effectLst/>
              </a:rPr>
              <a:t>                                                                                                   </a:t>
            </a:r>
            <a:r>
              <a:rPr lang="en-GB" sz="3200" b="1" i="0" u="none" strike="noStrike" dirty="0">
                <a:solidFill>
                  <a:srgbClr val="000000"/>
                </a:solidFill>
                <a:effectLst/>
              </a:rPr>
              <a:t>Your Name:</a:t>
            </a:r>
            <a:r>
              <a:rPr lang="en-GB" sz="3200" b="0" i="0" u="none" strike="noStrike" dirty="0">
                <a:solidFill>
                  <a:srgbClr val="000000"/>
                </a:solidFill>
                <a:effectLst/>
              </a:rPr>
              <a:t> </a:t>
            </a:r>
            <a:r>
              <a:rPr lang="en-GB" sz="3200" b="0" i="0" u="none" strike="noStrike" dirty="0" err="1">
                <a:solidFill>
                  <a:srgbClr val="000000"/>
                </a:solidFill>
                <a:effectLst/>
              </a:rPr>
              <a:t>Yasoda</a:t>
            </a:r>
            <a:r>
              <a:rPr lang="en-GB" sz="3200" b="0" i="0" u="none" strike="noStrike" dirty="0">
                <a:solidFill>
                  <a:srgbClr val="000000"/>
                </a:solidFill>
                <a:effectLst/>
              </a:rPr>
              <a:t> Rana </a:t>
            </a:r>
            <a:br>
              <a:rPr lang="en-GB" sz="32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GB" sz="3200" b="0" i="0" u="none" strike="noStrike" dirty="0">
                <a:solidFill>
                  <a:srgbClr val="000000"/>
                </a:solidFill>
                <a:effectLst/>
              </a:rPr>
              <a:t>                                                                                                                              18\Feb\2025</a:t>
            </a:r>
            <a:br>
              <a:rPr lang="en-GB" sz="3200" b="0" i="0" u="none" strike="noStrike" dirty="0">
                <a:solidFill>
                  <a:srgbClr val="000000"/>
                </a:solidFill>
                <a:effectLst/>
              </a:rPr>
            </a:br>
            <a:endParaRPr lang="en-NP" sz="3200" dirty="0"/>
          </a:p>
        </p:txBody>
      </p:sp>
    </p:spTree>
    <p:extLst>
      <p:ext uri="{BB962C8B-B14F-4D97-AF65-F5344CB8AC3E}">
        <p14:creationId xmlns:p14="http://schemas.microsoft.com/office/powerpoint/2010/main" val="18135689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8AF6D8-459C-9B32-C9B0-B0AEE9413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NP" sz="4800"/>
              <a:t>Introduction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8D88D-9344-38F9-17C8-95986B70EE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NP" sz="2400" dirty="0"/>
              <a:t>Problem: Sales Fluctuations and Region Impacts</a:t>
            </a:r>
          </a:p>
          <a:p>
            <a:r>
              <a:rPr lang="en-NP" sz="2400" dirty="0"/>
              <a:t>Goal: Use data to boost Sales, Profit, and Cutomer loyalty. </a:t>
            </a:r>
          </a:p>
          <a:p>
            <a:r>
              <a:rPr lang="en-NP" sz="2400" dirty="0"/>
              <a:t>Primary Audience:</a:t>
            </a:r>
          </a:p>
          <a:p>
            <a:pPr marL="0" indent="0">
              <a:buNone/>
            </a:pPr>
            <a:r>
              <a:rPr lang="en-NP" sz="2400" dirty="0"/>
              <a:t>      1. Consumer </a:t>
            </a:r>
          </a:p>
          <a:p>
            <a:pPr marL="0" indent="0">
              <a:buNone/>
            </a:pPr>
            <a:r>
              <a:rPr lang="en-NP" sz="2400" dirty="0"/>
              <a:t>      2. Coporate </a:t>
            </a:r>
          </a:p>
          <a:p>
            <a:pPr marL="0" indent="0">
              <a:buNone/>
            </a:pPr>
            <a:r>
              <a:rPr lang="en-NP" sz="2400" dirty="0"/>
              <a:t>      3. Home Office 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2607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4043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A6E34B-9879-65ED-27E1-22DE60B77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Dashborad 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E2A050A-0210-4B72-8051-0D359FA063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44327" y="613065"/>
            <a:ext cx="8647673" cy="47574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82B106F-4550-B551-9880-575ADEF05E9C}"/>
              </a:ext>
            </a:extLst>
          </p:cNvPr>
          <p:cNvSpPr txBox="1"/>
          <p:nvPr/>
        </p:nvSpPr>
        <p:spPr>
          <a:xfrm>
            <a:off x="2254827" y="5761339"/>
            <a:ext cx="99371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Key Metrics: Sales, Profit, Customer Segments, Product Performance, Regional Impact, Discount. </a:t>
            </a:r>
          </a:p>
          <a:p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2495385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0C1047-DAF1-FC53-BB35-D52B72F85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NP" sz="4000">
                <a:solidFill>
                  <a:srgbClr val="FFFFFF"/>
                </a:solidFill>
              </a:rPr>
              <a:t>Key Insights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53CD428-546D-ECBC-7881-5831A4F99C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8113867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05353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F7014-924B-B3A5-4327-42DCBF550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NP" sz="4000">
                <a:solidFill>
                  <a:srgbClr val="FFFFFF"/>
                </a:solidFill>
              </a:rPr>
              <a:t>Choose: Coprorate Client 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0E240F0C-6EFA-46CB-10EB-3E6320FDE2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9186927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02353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Freeform: Shape 17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39578B-0391-AD9D-1F3D-FCDAB7EEB44F}"/>
              </a:ext>
            </a:extLst>
          </p:cNvPr>
          <p:cNvSpPr txBox="1"/>
          <p:nvPr/>
        </p:nvSpPr>
        <p:spPr>
          <a:xfrm>
            <a:off x="586478" y="1683756"/>
            <a:ext cx="3115265" cy="23963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i="0" u="none" strike="noStrike" kern="120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Risks of Inaction</a:t>
            </a:r>
            <a:endParaRPr lang="en-US" sz="4000" b="0" i="0" u="none" strike="noStrike" kern="1200">
              <a:solidFill>
                <a:srgbClr val="FFFFFF"/>
              </a:solidFill>
              <a:effectLst/>
              <a:latin typeface="+mj-lt"/>
              <a:ea typeface="+mj-ea"/>
              <a:cs typeface="+mj-cs"/>
            </a:endParaRPr>
          </a:p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28" name="Content Placeholder 2">
            <a:extLst>
              <a:ext uri="{FF2B5EF4-FFF2-40B4-BE49-F238E27FC236}">
                <a16:creationId xmlns:a16="http://schemas.microsoft.com/office/drawing/2014/main" id="{B01EB188-D416-43BC-38B1-1063B67429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1125461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3218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 descr="White perfect ring gift small box">
            <a:extLst>
              <a:ext uri="{FF2B5EF4-FFF2-40B4-BE49-F238E27FC236}">
                <a16:creationId xmlns:a16="http://schemas.microsoft.com/office/drawing/2014/main" id="{8759D669-7715-9C86-A815-3B7CAA06B9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067" r="22087" b="-1"/>
          <a:stretch/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46749-80D7-9DDC-6651-3BA9B95B13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3734" y="2618509"/>
            <a:ext cx="6798539" cy="955964"/>
          </a:xfrm>
        </p:spPr>
        <p:txBody>
          <a:bodyPr>
            <a:normAutofit/>
          </a:bodyPr>
          <a:lstStyle/>
          <a:p>
            <a:pPr marL="1828800" lvl="4" indent="0">
              <a:buNone/>
            </a:pPr>
            <a:r>
              <a:rPr lang="en-NP" sz="4000" dirty="0"/>
              <a:t>    Thank you </a:t>
            </a:r>
          </a:p>
        </p:txBody>
      </p:sp>
    </p:spTree>
    <p:extLst>
      <p:ext uri="{BB962C8B-B14F-4D97-AF65-F5344CB8AC3E}">
        <p14:creationId xmlns:p14="http://schemas.microsoft.com/office/powerpoint/2010/main" val="17371690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186</Words>
  <Application>Microsoft Macintosh PowerPoint</Application>
  <PresentationFormat>Widescreen</PresentationFormat>
  <Paragraphs>27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Title:  The Big Idea of Optimizing Sales &amp; Profitability in Superstore                                                Course  : Data Visualization                                                                                                                                                                                                                                                                Your Name: Yasoda Rana                                                                                                                                18\Feb\2025 </vt:lpstr>
      <vt:lpstr>Introduction </vt:lpstr>
      <vt:lpstr>Dashborad </vt:lpstr>
      <vt:lpstr>Key Insights </vt:lpstr>
      <vt:lpstr>Choose: Coprorate Client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Dwight Haskins</dc:creator>
  <cp:lastModifiedBy>Dwight Haskins</cp:lastModifiedBy>
  <cp:revision>2</cp:revision>
  <dcterms:created xsi:type="dcterms:W3CDTF">2025-02-18T22:59:21Z</dcterms:created>
  <dcterms:modified xsi:type="dcterms:W3CDTF">2025-02-19T00:54:27Z</dcterms:modified>
</cp:coreProperties>
</file>